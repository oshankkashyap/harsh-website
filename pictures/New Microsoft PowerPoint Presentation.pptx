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9922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1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9028" y="1122363"/>
            <a:ext cx="1049416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9028" y="3602038"/>
            <a:ext cx="1049416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7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0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678" y="1709739"/>
            <a:ext cx="120682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678" y="4589464"/>
            <a:ext cx="1206829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2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965" y="1825625"/>
            <a:ext cx="594669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3564" y="1825625"/>
            <a:ext cx="594669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6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8" y="365126"/>
            <a:ext cx="1206829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89" y="1681163"/>
            <a:ext cx="59193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3789" y="2505075"/>
            <a:ext cx="591936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83564" y="1681163"/>
            <a:ext cx="594851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3564" y="2505075"/>
            <a:ext cx="594851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36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7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21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457200"/>
            <a:ext cx="45128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8518" y="987426"/>
            <a:ext cx="708356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057400"/>
            <a:ext cx="45128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5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457200"/>
            <a:ext cx="45128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8518" y="987426"/>
            <a:ext cx="708356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057400"/>
            <a:ext cx="45128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32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80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3186" y="365125"/>
            <a:ext cx="301707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1965" y="365125"/>
            <a:ext cx="887631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6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966" y="365126"/>
            <a:ext cx="120682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66" y="1825625"/>
            <a:ext cx="12068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1965" y="6356351"/>
            <a:ext cx="3148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7DD87-E811-4C4C-A8B7-1A00120EF5D4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4925" y="6356351"/>
            <a:ext cx="4722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2009" y="6356351"/>
            <a:ext cx="3148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D348F-D27F-43B6-A8B1-785BEA856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26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EB59C-8D20-408C-BDBA-A74DBDE361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6"/>
          <a:stretch/>
        </p:blipFill>
        <p:spPr>
          <a:xfrm>
            <a:off x="0" y="-517021"/>
            <a:ext cx="14905178" cy="7138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8EBB08-8C3A-4EC9-A36F-7462A1366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1762"/>
            <a:ext cx="5541485" cy="6616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F2EEFE-AA71-4D95-8577-DDF479CE4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42" y="3420980"/>
            <a:ext cx="2452209" cy="22978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8213AB-EE43-442E-BF62-833AB25A4EE1}"/>
              </a:ext>
            </a:extLst>
          </p:cNvPr>
          <p:cNvSpPr txBox="1"/>
          <p:nvPr/>
        </p:nvSpPr>
        <p:spPr>
          <a:xfrm>
            <a:off x="5541485" y="236375"/>
            <a:ext cx="8070516" cy="940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9" dirty="0">
                <a:solidFill>
                  <a:srgbClr val="FFCC00"/>
                </a:solidFill>
                <a:latin typeface="Copperplate Gothic Bold" panose="020E0705020206020404" pitchFamily="34" charset="0"/>
              </a:rPr>
              <a:t>HARSH</a:t>
            </a:r>
            <a:r>
              <a:rPr lang="en-US" sz="5050" dirty="0">
                <a:solidFill>
                  <a:srgbClr val="FFCC00"/>
                </a:solidFill>
                <a:latin typeface="Copperplate Gothic Bold" panose="020E0705020206020404" pitchFamily="34" charset="0"/>
              </a:rPr>
              <a:t> </a:t>
            </a:r>
            <a:r>
              <a:rPr lang="en-US" sz="5509" dirty="0">
                <a:solidFill>
                  <a:srgbClr val="FFCC00"/>
                </a:solidFill>
                <a:latin typeface="Copperplate Gothic Bold" panose="020E0705020206020404" pitchFamily="34" charset="0"/>
              </a:rPr>
              <a:t>BHARDWAJ</a:t>
            </a:r>
            <a:endParaRPr lang="en-IN" sz="5050" dirty="0">
              <a:solidFill>
                <a:srgbClr val="FFCC00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5A9E86-5AF7-4786-8CE2-26CF94582377}"/>
              </a:ext>
            </a:extLst>
          </p:cNvPr>
          <p:cNvSpPr txBox="1"/>
          <p:nvPr/>
        </p:nvSpPr>
        <p:spPr>
          <a:xfrm>
            <a:off x="2163084" y="6283845"/>
            <a:ext cx="52470" cy="41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6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00B48-9562-4303-9FC6-399425309999}"/>
              </a:ext>
            </a:extLst>
          </p:cNvPr>
          <p:cNvSpPr txBox="1"/>
          <p:nvPr/>
        </p:nvSpPr>
        <p:spPr>
          <a:xfrm flipH="1">
            <a:off x="0" y="5698959"/>
            <a:ext cx="7687559" cy="940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9" dirty="0">
                <a:latin typeface="Copperplate Gothic Bold" panose="020E0705020206020404" pitchFamily="34" charset="0"/>
              </a:rPr>
              <a:t>To my creation</a:t>
            </a:r>
            <a:r>
              <a:rPr lang="en-US" sz="3673" dirty="0">
                <a:latin typeface="Copperplate Gothic Bold" panose="020E0705020206020404" pitchFamily="34" charset="0"/>
              </a:rPr>
              <a:t> </a:t>
            </a:r>
            <a:endParaRPr lang="en-IN" sz="3673" dirty="0">
              <a:latin typeface="Copperplate Gothic Bold" panose="020E07050202060204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7DB3B-4132-42D1-B186-589B18B3FFBC}"/>
              </a:ext>
            </a:extLst>
          </p:cNvPr>
          <p:cNvSpPr txBox="1"/>
          <p:nvPr/>
        </p:nvSpPr>
        <p:spPr>
          <a:xfrm>
            <a:off x="0" y="4925192"/>
            <a:ext cx="3726501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50" dirty="0">
                <a:solidFill>
                  <a:srgbClr val="FFCC00"/>
                </a:solidFill>
                <a:latin typeface="Copperplate Gothic Bold" panose="020E0705020206020404" pitchFamily="34" charset="0"/>
              </a:rPr>
              <a:t>Welcome</a:t>
            </a:r>
            <a:endParaRPr lang="en-IN" sz="5050" dirty="0">
              <a:solidFill>
                <a:srgbClr val="FFCC00"/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96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Bhardwaj</dc:creator>
  <cp:lastModifiedBy>Harsh Bhardwaj</cp:lastModifiedBy>
  <cp:revision>1</cp:revision>
  <dcterms:created xsi:type="dcterms:W3CDTF">2022-03-21T17:40:26Z</dcterms:created>
  <dcterms:modified xsi:type="dcterms:W3CDTF">2022-03-21T19:00:30Z</dcterms:modified>
</cp:coreProperties>
</file>